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78"/>
  </p:notesMasterIdLst>
  <p:sldIdLst/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BBB59"/>
    <a:srgbClr val="018CFF"/>
    <a:srgbClr val="FFC000"/>
    <a:srgbClr val="0A4D9B"/>
    <a:srgbClr val="FFBDEE"/>
    <a:srgbClr val="FF0D0D"/>
    <a:srgbClr val="E5BEA9"/>
    <a:srgbClr val="FF19C3"/>
    <a:srgbClr val="BDD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39" autoAdjust="0"/>
    <p:restoredTop sz="96318" autoAdjust="0"/>
  </p:normalViewPr>
  <p:slideViewPr>
    <p:cSldViewPr>
      <p:cViewPr varScale="1">
        <p:scale>
          <a:sx n="113" d="100"/>
          <a:sy n="113" d="100"/>
        </p:scale>
        <p:origin x="1536" y="9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4" Type="http://schemas.openxmlformats.org/officeDocument/2006/relationships/tableStyles" Target="tableStyle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78" Type="http://schemas.openxmlformats.org/officeDocument/2006/relationships/notesMaster" Target="notesMasters/notesMaster1.xml"/><Relationship Id="rId8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928037-2B04-46CE-8533-72F6D85990BC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5B08F9-6C7C-4ABC-B18C-511AA11628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389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397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9226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37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182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403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342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686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9443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323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5989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0102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3C45B-68AA-48A0-86B7-8E086AFEA91A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567BC-375C-4D92-968B-61198DF266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405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A4 용지(210x297mm)</PresentationFormat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공학연구인턴십 성과발표</dc:title>
  <dc:creator>조현준</dc:creator>
  <cp:lastModifiedBy>조현준</cp:lastModifiedBy>
  <cp:revision>1</cp:revision>
</cp:coreProperties>
</file>