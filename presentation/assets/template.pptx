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78"/>
  </p:notesMasterIdLst>
  <p:sldIdLst/>
  <p:sldSz cx="9906000" cy="6858000" type="A4"/>
  <p:notesSz cx="6858000" cy="9144000"/>
  <p:embeddedFontLst>
    <p:embeddedFont>
      <p:font typeface="맑은 고딕" panose="020B0503020000020004" pitchFamily="50" charset="-127"/>
      <p:regular r:id="rId79"/>
      <p:bold r:id="rId80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9BBB59"/>
    <a:srgbClr val="018CFF"/>
    <a:srgbClr val="FFC000"/>
    <a:srgbClr val="0A4D9B"/>
    <a:srgbClr val="FFBDEE"/>
    <a:srgbClr val="FF0D0D"/>
    <a:srgbClr val="E5BEA9"/>
    <a:srgbClr val="FF19C3"/>
    <a:srgbClr val="BDD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239" autoAdjust="0"/>
    <p:restoredTop sz="96318" autoAdjust="0"/>
  </p:normalViewPr>
  <p:slideViewPr>
    <p:cSldViewPr>
      <p:cViewPr varScale="1">
        <p:scale>
          <a:sx n="113" d="100"/>
          <a:sy n="113" d="100"/>
        </p:scale>
        <p:origin x="1536" y="9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4" Type="http://schemas.openxmlformats.org/officeDocument/2006/relationships/tableStyles" Target="tableStyles.xml"/><Relationship Id="rId79" Type="http://schemas.openxmlformats.org/officeDocument/2006/relationships/font" Target="fonts/font1.fntdata"/><Relationship Id="rId82" Type="http://schemas.openxmlformats.org/officeDocument/2006/relationships/viewProps" Target="viewProps.xml"/><Relationship Id="rId80" Type="http://schemas.openxmlformats.org/officeDocument/2006/relationships/font" Target="fonts/font2.fntdata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78" Type="http://schemas.openxmlformats.org/officeDocument/2006/relationships/notesMaster" Target="notesMasters/notesMaster1.xml"/><Relationship Id="rId8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28037-2B04-46CE-8533-72F6D85990BC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B08F9-6C7C-4ABC-B18C-511AA11628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2389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3C45B-68AA-48A0-86B7-8E086AFEA91A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567BC-375C-4D92-968B-61198DF266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397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3C45B-68AA-48A0-86B7-8E086AFEA91A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567BC-375C-4D92-968B-61198DF266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9226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3C45B-68AA-48A0-86B7-8E086AFEA91A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567BC-375C-4D92-968B-61198DF266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37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3C45B-68AA-48A0-86B7-8E086AFEA91A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567BC-375C-4D92-968B-61198DF266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3182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3C45B-68AA-48A0-86B7-8E086AFEA91A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567BC-375C-4D92-968B-61198DF266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6403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3C45B-68AA-48A0-86B7-8E086AFEA91A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567BC-375C-4D92-968B-61198DF266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9342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3C45B-68AA-48A0-86B7-8E086AFEA91A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567BC-375C-4D92-968B-61198DF266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3686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3C45B-68AA-48A0-86B7-8E086AFEA91A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567BC-375C-4D92-968B-61198DF266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9443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3C45B-68AA-48A0-86B7-8E086AFEA91A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567BC-375C-4D92-968B-61198DF266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8323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3C45B-68AA-48A0-86B7-8E086AFEA91A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567BC-375C-4D92-968B-61198DF266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5989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3C45B-68AA-48A0-86B7-8E086AFEA91A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567BC-375C-4D92-968B-61198DF266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102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3C45B-68AA-48A0-86B7-8E086AFEA91A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5567BC-375C-4D92-968B-61198DF266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405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20260209 랩미팅</Template>
  <TotalTime>2989</TotalTime>
  <Words>4159</Words>
  <Application>Microsoft Office PowerPoint</Application>
  <PresentationFormat>A4 용지(210x297mm)</PresentationFormat>
  <Paragraphs>972</Paragraphs>
  <Slides>76</Slides>
  <Notes>48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76</vt:i4>
      </vt:variant>
    </vt:vector>
  </HeadingPairs>
  <TitlesOfParts>
    <vt:vector size="7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명진 조</dc:creator>
  <cp:lastModifiedBy>UOS</cp:lastModifiedBy>
  <cp:revision>122</cp:revision>
  <dcterms:created xsi:type="dcterms:W3CDTF">2026-03-16T08:01:41Z</dcterms:created>
  <dcterms:modified xsi:type="dcterms:W3CDTF">2026-08-02T16:32:26Z</dcterms:modified>
</cp:coreProperties>
</file>